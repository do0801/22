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52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2032159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rPr dirty="0" err="1"/>
              <a:t>TaskBoard</a:t>
            </a:r>
            <a:r>
              <a:rPr dirty="0"/>
              <a:t> </a:t>
            </a:r>
            <a:r>
              <a:rPr dirty="0" err="1"/>
              <a:t>ER図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2926080" cy="1920240"/>
          </a:xfrm>
          <a:prstGeom prst="roundRect">
            <a:avLst/>
          </a:prstGeom>
          <a:solidFill>
            <a:srgbClr val="FAFAFC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66CC"/>
                </a:solidFill>
              </a:defRPr>
            </a:pPr>
            <a:r>
              <a:rPr dirty="0">
                <a:solidFill>
                  <a:schemeClr val="tx1"/>
                </a:solidFill>
              </a:rPr>
              <a:t>PROJECTS</a:t>
            </a:r>
          </a:p>
          <a:p>
            <a:pPr lvl="1">
              <a:defRPr sz="1000"/>
            </a:pPr>
            <a:r>
              <a:rPr dirty="0">
                <a:solidFill>
                  <a:schemeClr val="tx1"/>
                </a:solidFill>
              </a:rPr>
              <a:t>id (PK)</a:t>
            </a:r>
          </a:p>
          <a:p>
            <a:pPr lvl="1">
              <a:defRPr sz="1000"/>
            </a:pPr>
            <a:r>
              <a:rPr dirty="0">
                <a:solidFill>
                  <a:schemeClr val="tx1"/>
                </a:solidFill>
              </a:rPr>
              <a:t>name</a:t>
            </a:r>
          </a:p>
          <a:p>
            <a:pPr lvl="1">
              <a:defRPr sz="1000"/>
            </a:pPr>
            <a:r>
              <a:rPr dirty="0">
                <a:solidFill>
                  <a:schemeClr val="tx1"/>
                </a:solidFill>
              </a:rPr>
              <a:t>description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822960"/>
            <a:ext cx="4937760" cy="3566160"/>
          </a:xfrm>
          <a:prstGeom prst="roundRect">
            <a:avLst/>
          </a:prstGeom>
          <a:solidFill>
            <a:srgbClr val="FAFAFC"/>
          </a:solidFill>
          <a:ln w="25400">
            <a:solidFill>
              <a:srgbClr val="00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9966"/>
                </a:solidFill>
              </a:defRPr>
            </a:pPr>
            <a:r>
              <a:rPr dirty="0">
                <a:solidFill>
                  <a:schemeClr val="tx1"/>
                </a:solidFill>
              </a:rPr>
              <a:t>TASKS</a:t>
            </a:r>
          </a:p>
          <a:p>
            <a:pPr lvl="1">
              <a:defRPr sz="1000"/>
            </a:pPr>
            <a:r>
              <a:rPr dirty="0">
                <a:solidFill>
                  <a:schemeClr val="tx1"/>
                </a:solidFill>
              </a:rPr>
              <a:t>id (PK)</a:t>
            </a:r>
          </a:p>
          <a:p>
            <a:pPr lvl="1">
              <a:defRPr sz="1000"/>
            </a:pPr>
            <a:r>
              <a:rPr dirty="0" err="1">
                <a:solidFill>
                  <a:schemeClr val="tx1"/>
                </a:solidFill>
              </a:rPr>
              <a:t>project_id</a:t>
            </a:r>
            <a:r>
              <a:rPr dirty="0">
                <a:solidFill>
                  <a:schemeClr val="tx1"/>
                </a:solidFill>
              </a:rPr>
              <a:t> (FK → </a:t>
            </a:r>
            <a:r>
              <a:rPr dirty="0" err="1">
                <a:solidFill>
                  <a:schemeClr val="tx1"/>
                </a:solidFill>
              </a:rPr>
              <a:t>projects.id</a:t>
            </a:r>
            <a:r>
              <a:rPr dirty="0">
                <a:solidFill>
                  <a:schemeClr val="tx1"/>
                </a:solidFill>
              </a:rPr>
              <a:t>)</a:t>
            </a:r>
          </a:p>
          <a:p>
            <a:pPr lvl="1">
              <a:defRPr sz="1000"/>
            </a:pPr>
            <a:r>
              <a:rPr dirty="0">
                <a:solidFill>
                  <a:schemeClr val="tx1"/>
                </a:solidFill>
              </a:rPr>
              <a:t>title</a:t>
            </a:r>
          </a:p>
          <a:p>
            <a:pPr lvl="1">
              <a:defRPr sz="1000"/>
            </a:pPr>
            <a:r>
              <a:rPr dirty="0">
                <a:solidFill>
                  <a:schemeClr val="tx1"/>
                </a:solidFill>
              </a:rPr>
              <a:t>description</a:t>
            </a:r>
          </a:p>
          <a:p>
            <a:pPr lvl="1">
              <a:defRPr sz="1000"/>
            </a:pPr>
            <a:r>
              <a:rPr dirty="0">
                <a:solidFill>
                  <a:schemeClr val="tx1"/>
                </a:solidFill>
              </a:rPr>
              <a:t>status (TODO / DOING / DONE)</a:t>
            </a:r>
          </a:p>
          <a:p>
            <a:pPr lvl="1">
              <a:defRPr sz="1000"/>
            </a:pPr>
            <a:r>
              <a:rPr dirty="0">
                <a:solidFill>
                  <a:schemeClr val="tx1"/>
                </a:solidFill>
              </a:rPr>
              <a:t>priority (LOW / MID / HIGH)</a:t>
            </a:r>
          </a:p>
          <a:p>
            <a:pPr lvl="1">
              <a:defRPr sz="1000"/>
            </a:pPr>
            <a:r>
              <a:rPr dirty="0" err="1">
                <a:solidFill>
                  <a:schemeClr val="tx1"/>
                </a:solidFill>
              </a:rPr>
              <a:t>due_date</a:t>
            </a:r>
            <a:endParaRPr dirty="0">
              <a:solidFill>
                <a:schemeClr val="tx1"/>
              </a:solidFill>
            </a:endParaRPr>
          </a:p>
          <a:p>
            <a:pPr lvl="1">
              <a:defRPr sz="1000"/>
            </a:pPr>
            <a:r>
              <a:rPr dirty="0">
                <a:solidFill>
                  <a:schemeClr val="tx1"/>
                </a:solidFill>
              </a:rPr>
              <a:t>tags</a:t>
            </a:r>
          </a:p>
          <a:p>
            <a:pPr lvl="1">
              <a:defRPr sz="1000"/>
            </a:pPr>
            <a:r>
              <a:rPr dirty="0" err="1">
                <a:solidFill>
                  <a:schemeClr val="tx1"/>
                </a:solidFill>
              </a:rPr>
              <a:t>sort_order</a:t>
            </a:r>
            <a:endParaRPr dirty="0">
              <a:solidFill>
                <a:schemeClr val="tx1"/>
              </a:solidFill>
            </a:endParaRPr>
          </a:p>
          <a:p>
            <a:pPr lvl="1">
              <a:defRPr sz="1000"/>
            </a:pPr>
            <a:r>
              <a:rPr dirty="0" err="1">
                <a:solidFill>
                  <a:schemeClr val="tx1"/>
                </a:solidFill>
              </a:rPr>
              <a:t>created_at</a:t>
            </a:r>
            <a:endParaRPr dirty="0">
              <a:solidFill>
                <a:schemeClr val="tx1"/>
              </a:solidFill>
            </a:endParaRPr>
          </a:p>
          <a:p>
            <a:pPr lvl="1">
              <a:defRPr sz="1000"/>
            </a:pPr>
            <a:r>
              <a:rPr dirty="0" err="1">
                <a:solidFill>
                  <a:schemeClr val="tx1"/>
                </a:solidFill>
              </a:rPr>
              <a:t>updated_at</a:t>
            </a:r>
            <a:endParaRPr dirty="0">
              <a:solidFill>
                <a:schemeClr val="tx1"/>
              </a:solidFill>
            </a:endParaRPr>
          </a:p>
          <a:p>
            <a:pPr lvl="1">
              <a:defRPr sz="1000"/>
            </a:pPr>
            <a:r>
              <a:rPr dirty="0" err="1">
                <a:solidFill>
                  <a:schemeClr val="tx1"/>
                </a:solidFill>
              </a:rPr>
              <a:t>completed_at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657600" y="4663440"/>
            <a:ext cx="4937760" cy="1737360"/>
          </a:xfrm>
          <a:prstGeom prst="roundRect">
            <a:avLst/>
          </a:prstGeom>
          <a:solidFill>
            <a:srgbClr val="FAFAFC"/>
          </a:solidFill>
          <a:ln w="254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A0A0A0"/>
                </a:solidFill>
              </a:defRPr>
            </a:pPr>
            <a:r>
              <a:rPr dirty="0" err="1">
                <a:solidFill>
                  <a:schemeClr val="tx1"/>
                </a:solidFill>
              </a:rPr>
              <a:t>USERS（将来拡張</a:t>
            </a:r>
            <a:r>
              <a:rPr dirty="0">
                <a:solidFill>
                  <a:schemeClr val="tx1"/>
                </a:solidFill>
              </a:rPr>
              <a:t>）</a:t>
            </a:r>
          </a:p>
          <a:p>
            <a:pPr lvl="1">
              <a:defRPr sz="1000"/>
            </a:pPr>
            <a:r>
              <a:rPr dirty="0">
                <a:solidFill>
                  <a:schemeClr val="tx1"/>
                </a:solidFill>
              </a:rPr>
              <a:t>id (PK)</a:t>
            </a:r>
          </a:p>
          <a:p>
            <a:pPr lvl="1">
              <a:defRPr sz="1000"/>
            </a:pPr>
            <a:r>
              <a:rPr dirty="0" err="1">
                <a:solidFill>
                  <a:schemeClr val="tx1"/>
                </a:solidFill>
              </a:rPr>
              <a:t>display_name</a:t>
            </a:r>
            <a:endParaRPr dirty="0">
              <a:solidFill>
                <a:schemeClr val="tx1"/>
              </a:solidFill>
            </a:endParaRPr>
          </a:p>
          <a:p>
            <a:pPr lvl="1">
              <a:defRPr sz="1000"/>
            </a:pPr>
            <a:r>
              <a:rPr dirty="0">
                <a:solidFill>
                  <a:schemeClr val="tx1"/>
                </a:solidFill>
              </a:rPr>
              <a:t>email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91840" y="0"/>
            <a:ext cx="365760" cy="0"/>
          </a:xfrm>
          <a:prstGeom prst="line">
            <a:avLst/>
          </a:prstGeom>
          <a:ln w="1905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017520" y="192024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/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246888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/>
            </a:pPr>
            <a:r>
              <a:t>N</a:t>
            </a:r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3657600" y="0"/>
            <a:ext cx="4937760" cy="0"/>
          </a:xfrm>
          <a:prstGeom prst="line">
            <a:avLst/>
          </a:prstGeom>
          <a:ln w="19050">
            <a:solidFill>
              <a:srgbClr val="50505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321040" y="5394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/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46888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/>
            </a:pPr>
            <a:r>
              <a:t>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75</Words>
  <Application>Microsoft Macintosh PowerPoint</Application>
  <PresentationFormat>画面に合わせる (4:3)</PresentationFormat>
  <Paragraphs>26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遠藤 颯人</cp:lastModifiedBy>
  <cp:revision>2</cp:revision>
  <dcterms:created xsi:type="dcterms:W3CDTF">2013-01-27T09:14:16Z</dcterms:created>
  <dcterms:modified xsi:type="dcterms:W3CDTF">2026-01-19T07:28:56Z</dcterms:modified>
  <cp:category/>
</cp:coreProperties>
</file>